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3A5F"/>
    <a:srgbClr val="E6E6E6"/>
    <a:srgbClr val="D7EEF9"/>
    <a:srgbClr val="0A0A0A"/>
    <a:srgbClr val="F3F4F8"/>
    <a:srgbClr val="F6F8FA"/>
    <a:srgbClr val="E6E8F2"/>
    <a:srgbClr val="F4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4" autoAdjust="0"/>
    <p:restoredTop sz="94660"/>
  </p:normalViewPr>
  <p:slideViewPr>
    <p:cSldViewPr snapToGrid="0">
      <p:cViewPr>
        <p:scale>
          <a:sx n="100" d="100"/>
          <a:sy n="100" d="100"/>
        </p:scale>
        <p:origin x="64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CC14B-645B-F460-0C6D-735CBC246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C73DF3-07BB-B304-B477-D03D9048B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4C3223-5CE7-0744-F9D8-C5CDFB4E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0CC05D-2CE0-8CE9-D86B-3BEB2A33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A0F58E-3109-E936-9011-B21060A00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7366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88C2C-0713-EFC6-7D4B-2E6C4A5C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F0BE5C-7F3A-3EEC-7502-504B73CE0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BA69BA-77A3-4A48-D1D8-69239327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944D7F-B6CB-0F9A-906D-BB445B3D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C94083-E975-776A-4BF1-6289A833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420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4E6B7-BD8A-8EF4-4326-4FD54DCCF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FD0B34-5947-02DC-35D6-720E8CA7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8907AB-F972-060E-48D2-249E1858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7CD38B-6658-8BC8-8E5E-DF1EE15E1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074967-DACB-FE8E-6E2A-4377BEE4A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37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8F0F9-A842-8B83-09C2-B503DBD3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5EE947-F3F6-B7D7-E0C3-07D4E2A5F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FEB8E2-C007-E113-A53D-4B2CE00A8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321183-3C02-FFB4-20B8-2117C0A9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8BC2D2-AC84-B04B-DE24-E9397FE0D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286216-A5E1-9AAF-6C3C-BB636385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606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CCAC6-E3D7-98BD-FF0A-BD56CA8E8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C89BEF-054B-ED14-12FB-66AC1DC74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40EE10-0D53-8E90-CB56-631CDA9ED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A27982B-20B9-7EB1-3219-0498802A4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18B14E-F3EC-0A09-13BD-B325B5CDBB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B8D276-F019-7E81-EE00-3EDD8828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42A60C-3F15-7B85-A073-8C7C1AEB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9D0363-CEA5-0BAA-B70C-A5792708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48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E17C7-0F34-2354-FF11-BF286FCE3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DA462AC-119B-4116-EB6C-423BBBDA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0AE1C2-620A-A25E-3718-FB7813BE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9CF86E-8265-F8AD-5B44-8122054F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65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38CDFC4-D779-AE80-2181-B79C365D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9A0BA3-0BCB-9007-9BBF-278D4C47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726E7D-4163-C2AB-5733-A34758B1E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84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F0AA9-DA9F-49C6-A916-F8DE3193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C03538-9253-7ABE-079E-1D1147958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AA1916-64D5-E3DD-7C22-DA43B9376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922487-8EBF-481E-83ED-F1FCC7D5B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1A4151-13EB-742A-944B-34A3D0B9F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4A95FE-FFA3-CCAF-804F-FA1A2CFF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955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CEF58-A298-1D8A-E899-70CD047B5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B3F6DA4-B5DE-02C9-3A4D-751B02D81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08C3F9-15F0-C9F2-C017-A8DA12B2B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CA8783-2920-140A-AB4A-E3E9A909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A1BD99-FEBB-8DA3-65BB-5EBBB5AC5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C5D0D5-7905-3FE8-F677-E284652D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0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BC9D8-887C-4BBD-7EBA-5C5A93973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C550240-9B05-DB19-096A-516F84846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3C9244-555D-0448-82C4-EBDD779D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0BA9F6-04AC-064D-1DB4-D77BB7B9A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2BB353-EF7E-2232-8606-D151FABD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70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A91D93-5F16-9C7A-BC2D-57A46928B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744C9E-9EC0-ABC1-8BC1-B0A72CDCD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AF5475-D2EF-E723-E73B-2686F176E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AC35FB-D53D-C584-D7D2-9D17792CF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541B20-88FC-EB37-F972-2594E11A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55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D2A9B4A-86FE-C208-F8D7-47A647B5B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A6293C-E3E0-604C-D7EF-9D0873048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14B1BC-F16C-78DC-ABDB-327403848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56B22-234B-48A0-9B90-72A4AF419D03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955ADA-EE67-1C10-4506-69156A622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CED509-8FFF-8389-614F-9AAADE8B3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54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FED8F11-7150-C394-9384-7FB50B3742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58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25E4AD4-D58D-2167-8E04-797229EAFB6D}"/>
              </a:ext>
            </a:extLst>
          </p:cNvPr>
          <p:cNvSpPr/>
          <p:nvPr/>
        </p:nvSpPr>
        <p:spPr>
          <a:xfrm>
            <a:off x="-177079" y="897622"/>
            <a:ext cx="805343" cy="4337108"/>
          </a:xfrm>
          <a:prstGeom prst="roundRect">
            <a:avLst/>
          </a:prstGeom>
          <a:solidFill>
            <a:srgbClr val="2F3A5F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A3A9F8A-FCE2-E86D-AFA2-D068A07E5900}"/>
              </a:ext>
            </a:extLst>
          </p:cNvPr>
          <p:cNvSpPr/>
          <p:nvPr/>
        </p:nvSpPr>
        <p:spPr>
          <a:xfrm>
            <a:off x="91290" y="2026039"/>
            <a:ext cx="453551" cy="42188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657EB1DC-6A08-BB42-DCFA-6F15BB41DE40}"/>
              </a:ext>
            </a:extLst>
          </p:cNvPr>
          <p:cNvSpPr/>
          <p:nvPr/>
        </p:nvSpPr>
        <p:spPr>
          <a:xfrm>
            <a:off x="-1170" y="-45343"/>
            <a:ext cx="12233684" cy="853130"/>
          </a:xfrm>
          <a:custGeom>
            <a:avLst/>
            <a:gdLst>
              <a:gd name="connsiteX0" fmla="*/ 0 w 12192000"/>
              <a:gd name="connsiteY0" fmla="*/ 245786 h 491571"/>
              <a:gd name="connsiteX1" fmla="*/ 245786 w 12192000"/>
              <a:gd name="connsiteY1" fmla="*/ 0 h 491571"/>
              <a:gd name="connsiteX2" fmla="*/ 11946215 w 12192000"/>
              <a:gd name="connsiteY2" fmla="*/ 0 h 491571"/>
              <a:gd name="connsiteX3" fmla="*/ 12192001 w 12192000"/>
              <a:gd name="connsiteY3" fmla="*/ 245786 h 491571"/>
              <a:gd name="connsiteX4" fmla="*/ 12192000 w 12192000"/>
              <a:gd name="connsiteY4" fmla="*/ 245786 h 491571"/>
              <a:gd name="connsiteX5" fmla="*/ 11946214 w 12192000"/>
              <a:gd name="connsiteY5" fmla="*/ 491572 h 491571"/>
              <a:gd name="connsiteX6" fmla="*/ 245786 w 12192000"/>
              <a:gd name="connsiteY6" fmla="*/ 491571 h 491571"/>
              <a:gd name="connsiteX7" fmla="*/ 0 w 12192000"/>
              <a:gd name="connsiteY7" fmla="*/ 245785 h 491571"/>
              <a:gd name="connsiteX8" fmla="*/ 0 w 12192000"/>
              <a:gd name="connsiteY8" fmla="*/ 245786 h 491571"/>
              <a:gd name="connsiteX0" fmla="*/ 8746 w 12200747"/>
              <a:gd name="connsiteY0" fmla="*/ 245786 h 525126"/>
              <a:gd name="connsiteX1" fmla="*/ 254532 w 12200747"/>
              <a:gd name="connsiteY1" fmla="*/ 0 h 525126"/>
              <a:gd name="connsiteX2" fmla="*/ 11954961 w 12200747"/>
              <a:gd name="connsiteY2" fmla="*/ 0 h 525126"/>
              <a:gd name="connsiteX3" fmla="*/ 12200747 w 12200747"/>
              <a:gd name="connsiteY3" fmla="*/ 245786 h 525126"/>
              <a:gd name="connsiteX4" fmla="*/ 12200746 w 12200747"/>
              <a:gd name="connsiteY4" fmla="*/ 245786 h 525126"/>
              <a:gd name="connsiteX5" fmla="*/ 11954960 w 12200747"/>
              <a:gd name="connsiteY5" fmla="*/ 491572 h 525126"/>
              <a:gd name="connsiteX6" fmla="*/ 95141 w 12200747"/>
              <a:gd name="connsiteY6" fmla="*/ 525126 h 525126"/>
              <a:gd name="connsiteX7" fmla="*/ 8746 w 12200747"/>
              <a:gd name="connsiteY7" fmla="*/ 245785 h 525126"/>
              <a:gd name="connsiteX8" fmla="*/ 8746 w 12200747"/>
              <a:gd name="connsiteY8" fmla="*/ 245786 h 525126"/>
              <a:gd name="connsiteX0" fmla="*/ 7009 w 12199010"/>
              <a:gd name="connsiteY0" fmla="*/ 245786 h 539413"/>
              <a:gd name="connsiteX1" fmla="*/ 252795 w 12199010"/>
              <a:gd name="connsiteY1" fmla="*/ 0 h 539413"/>
              <a:gd name="connsiteX2" fmla="*/ 11953224 w 12199010"/>
              <a:gd name="connsiteY2" fmla="*/ 0 h 539413"/>
              <a:gd name="connsiteX3" fmla="*/ 12199010 w 12199010"/>
              <a:gd name="connsiteY3" fmla="*/ 245786 h 539413"/>
              <a:gd name="connsiteX4" fmla="*/ 12199009 w 12199010"/>
              <a:gd name="connsiteY4" fmla="*/ 245786 h 539413"/>
              <a:gd name="connsiteX5" fmla="*/ 11953223 w 12199010"/>
              <a:gd name="connsiteY5" fmla="*/ 491572 h 539413"/>
              <a:gd name="connsiteX6" fmla="*/ 98167 w 12199010"/>
              <a:gd name="connsiteY6" fmla="*/ 539413 h 539413"/>
              <a:gd name="connsiteX7" fmla="*/ 7009 w 12199010"/>
              <a:gd name="connsiteY7" fmla="*/ 245785 h 539413"/>
              <a:gd name="connsiteX8" fmla="*/ 7009 w 12199010"/>
              <a:gd name="connsiteY8" fmla="*/ 245786 h 539413"/>
              <a:gd name="connsiteX0" fmla="*/ 4473 w 12196474"/>
              <a:gd name="connsiteY0" fmla="*/ 245786 h 539439"/>
              <a:gd name="connsiteX1" fmla="*/ 250259 w 12196474"/>
              <a:gd name="connsiteY1" fmla="*/ 0 h 539439"/>
              <a:gd name="connsiteX2" fmla="*/ 11950688 w 12196474"/>
              <a:gd name="connsiteY2" fmla="*/ 0 h 539439"/>
              <a:gd name="connsiteX3" fmla="*/ 12196474 w 12196474"/>
              <a:gd name="connsiteY3" fmla="*/ 245786 h 539439"/>
              <a:gd name="connsiteX4" fmla="*/ 12196473 w 12196474"/>
              <a:gd name="connsiteY4" fmla="*/ 245786 h 539439"/>
              <a:gd name="connsiteX5" fmla="*/ 11950687 w 12196474"/>
              <a:gd name="connsiteY5" fmla="*/ 491572 h 539439"/>
              <a:gd name="connsiteX6" fmla="*/ 95631 w 12196474"/>
              <a:gd name="connsiteY6" fmla="*/ 539413 h 539439"/>
              <a:gd name="connsiteX7" fmla="*/ 4473 w 12196474"/>
              <a:gd name="connsiteY7" fmla="*/ 245785 h 539439"/>
              <a:gd name="connsiteX8" fmla="*/ 4473 w 12196474"/>
              <a:gd name="connsiteY8" fmla="*/ 245786 h 539439"/>
              <a:gd name="connsiteX0" fmla="*/ 48673 w 12240674"/>
              <a:gd name="connsiteY0" fmla="*/ 245786 h 539439"/>
              <a:gd name="connsiteX1" fmla="*/ 294459 w 12240674"/>
              <a:gd name="connsiteY1" fmla="*/ 0 h 539439"/>
              <a:gd name="connsiteX2" fmla="*/ 11994888 w 12240674"/>
              <a:gd name="connsiteY2" fmla="*/ 0 h 539439"/>
              <a:gd name="connsiteX3" fmla="*/ 12240674 w 12240674"/>
              <a:gd name="connsiteY3" fmla="*/ 245786 h 539439"/>
              <a:gd name="connsiteX4" fmla="*/ 12240673 w 12240674"/>
              <a:gd name="connsiteY4" fmla="*/ 245786 h 539439"/>
              <a:gd name="connsiteX5" fmla="*/ 11994887 w 12240674"/>
              <a:gd name="connsiteY5" fmla="*/ 491572 h 539439"/>
              <a:gd name="connsiteX6" fmla="*/ 58868 w 12240674"/>
              <a:gd name="connsiteY6" fmla="*/ 539413 h 539439"/>
              <a:gd name="connsiteX7" fmla="*/ 48673 w 12240674"/>
              <a:gd name="connsiteY7" fmla="*/ 245785 h 539439"/>
              <a:gd name="connsiteX8" fmla="*/ 48673 w 12240674"/>
              <a:gd name="connsiteY8" fmla="*/ 245786 h 539439"/>
              <a:gd name="connsiteX0" fmla="*/ 0 w 12192001"/>
              <a:gd name="connsiteY0" fmla="*/ 245786 h 540522"/>
              <a:gd name="connsiteX1" fmla="*/ 245786 w 12192001"/>
              <a:gd name="connsiteY1" fmla="*/ 0 h 540522"/>
              <a:gd name="connsiteX2" fmla="*/ 11946215 w 12192001"/>
              <a:gd name="connsiteY2" fmla="*/ 0 h 540522"/>
              <a:gd name="connsiteX3" fmla="*/ 12192001 w 12192001"/>
              <a:gd name="connsiteY3" fmla="*/ 245786 h 540522"/>
              <a:gd name="connsiteX4" fmla="*/ 12192000 w 12192001"/>
              <a:gd name="connsiteY4" fmla="*/ 245786 h 540522"/>
              <a:gd name="connsiteX5" fmla="*/ 11946214 w 12192001"/>
              <a:gd name="connsiteY5" fmla="*/ 491572 h 540522"/>
              <a:gd name="connsiteX6" fmla="*/ 10195 w 12192001"/>
              <a:gd name="connsiteY6" fmla="*/ 539413 h 540522"/>
              <a:gd name="connsiteX7" fmla="*/ 0 w 12192001"/>
              <a:gd name="connsiteY7" fmla="*/ 245785 h 540522"/>
              <a:gd name="connsiteX8" fmla="*/ 0 w 12192001"/>
              <a:gd name="connsiteY8" fmla="*/ 245786 h 540522"/>
              <a:gd name="connsiteX0" fmla="*/ 1172 w 12193173"/>
              <a:gd name="connsiteY0" fmla="*/ 245786 h 540522"/>
              <a:gd name="connsiteX1" fmla="*/ 246958 w 12193173"/>
              <a:gd name="connsiteY1" fmla="*/ 0 h 540522"/>
              <a:gd name="connsiteX2" fmla="*/ 11947387 w 12193173"/>
              <a:gd name="connsiteY2" fmla="*/ 0 h 540522"/>
              <a:gd name="connsiteX3" fmla="*/ 12193173 w 12193173"/>
              <a:gd name="connsiteY3" fmla="*/ 245786 h 540522"/>
              <a:gd name="connsiteX4" fmla="*/ 12193172 w 12193173"/>
              <a:gd name="connsiteY4" fmla="*/ 245786 h 540522"/>
              <a:gd name="connsiteX5" fmla="*/ 11947386 w 12193173"/>
              <a:gd name="connsiteY5" fmla="*/ 491572 h 540522"/>
              <a:gd name="connsiteX6" fmla="*/ 4223 w 12193173"/>
              <a:gd name="connsiteY6" fmla="*/ 539413 h 540522"/>
              <a:gd name="connsiteX7" fmla="*/ 1172 w 12193173"/>
              <a:gd name="connsiteY7" fmla="*/ 245785 h 540522"/>
              <a:gd name="connsiteX8" fmla="*/ 1172 w 12193173"/>
              <a:gd name="connsiteY8" fmla="*/ 245786 h 540522"/>
              <a:gd name="connsiteX0" fmla="*/ 1172 w 12231428"/>
              <a:gd name="connsiteY0" fmla="*/ 245786 h 540522"/>
              <a:gd name="connsiteX1" fmla="*/ 246958 w 12231428"/>
              <a:gd name="connsiteY1" fmla="*/ 0 h 540522"/>
              <a:gd name="connsiteX2" fmla="*/ 11947387 w 12231428"/>
              <a:gd name="connsiteY2" fmla="*/ 0 h 540522"/>
              <a:gd name="connsiteX3" fmla="*/ 12193173 w 12231428"/>
              <a:gd name="connsiteY3" fmla="*/ 245786 h 540522"/>
              <a:gd name="connsiteX4" fmla="*/ 12193172 w 12231428"/>
              <a:gd name="connsiteY4" fmla="*/ 245786 h 540522"/>
              <a:gd name="connsiteX5" fmla="*/ 12161698 w 12231428"/>
              <a:gd name="connsiteY5" fmla="*/ 486810 h 540522"/>
              <a:gd name="connsiteX6" fmla="*/ 4223 w 12231428"/>
              <a:gd name="connsiteY6" fmla="*/ 539413 h 540522"/>
              <a:gd name="connsiteX7" fmla="*/ 1172 w 12231428"/>
              <a:gd name="connsiteY7" fmla="*/ 245785 h 540522"/>
              <a:gd name="connsiteX8" fmla="*/ 1172 w 12231428"/>
              <a:gd name="connsiteY8" fmla="*/ 245786 h 540522"/>
              <a:gd name="connsiteX0" fmla="*/ 1172 w 12195146"/>
              <a:gd name="connsiteY0" fmla="*/ 245786 h 540522"/>
              <a:gd name="connsiteX1" fmla="*/ 246958 w 12195146"/>
              <a:gd name="connsiteY1" fmla="*/ 0 h 540522"/>
              <a:gd name="connsiteX2" fmla="*/ 11947387 w 12195146"/>
              <a:gd name="connsiteY2" fmla="*/ 0 h 540522"/>
              <a:gd name="connsiteX3" fmla="*/ 12193173 w 12195146"/>
              <a:gd name="connsiteY3" fmla="*/ 245786 h 540522"/>
              <a:gd name="connsiteX4" fmla="*/ 12193172 w 12195146"/>
              <a:gd name="connsiteY4" fmla="*/ 245786 h 540522"/>
              <a:gd name="connsiteX5" fmla="*/ 12161698 w 12195146"/>
              <a:gd name="connsiteY5" fmla="*/ 486810 h 540522"/>
              <a:gd name="connsiteX6" fmla="*/ 4223 w 12195146"/>
              <a:gd name="connsiteY6" fmla="*/ 539413 h 540522"/>
              <a:gd name="connsiteX7" fmla="*/ 1172 w 12195146"/>
              <a:gd name="connsiteY7" fmla="*/ 245785 h 540522"/>
              <a:gd name="connsiteX8" fmla="*/ 1172 w 12195146"/>
              <a:gd name="connsiteY8" fmla="*/ 245786 h 540522"/>
              <a:gd name="connsiteX0" fmla="*/ 1172 w 12244277"/>
              <a:gd name="connsiteY0" fmla="*/ 245786 h 540522"/>
              <a:gd name="connsiteX1" fmla="*/ 246958 w 12244277"/>
              <a:gd name="connsiteY1" fmla="*/ 0 h 540522"/>
              <a:gd name="connsiteX2" fmla="*/ 11947387 w 12244277"/>
              <a:gd name="connsiteY2" fmla="*/ 0 h 540522"/>
              <a:gd name="connsiteX3" fmla="*/ 12193173 w 12244277"/>
              <a:gd name="connsiteY3" fmla="*/ 245786 h 540522"/>
              <a:gd name="connsiteX4" fmla="*/ 12193172 w 12244277"/>
              <a:gd name="connsiteY4" fmla="*/ 245786 h 540522"/>
              <a:gd name="connsiteX5" fmla="*/ 12230754 w 12244277"/>
              <a:gd name="connsiteY5" fmla="*/ 484428 h 540522"/>
              <a:gd name="connsiteX6" fmla="*/ 4223 w 12244277"/>
              <a:gd name="connsiteY6" fmla="*/ 539413 h 540522"/>
              <a:gd name="connsiteX7" fmla="*/ 1172 w 12244277"/>
              <a:gd name="connsiteY7" fmla="*/ 245785 h 540522"/>
              <a:gd name="connsiteX8" fmla="*/ 1172 w 12244277"/>
              <a:gd name="connsiteY8" fmla="*/ 245786 h 540522"/>
              <a:gd name="connsiteX0" fmla="*/ 1172 w 12222094"/>
              <a:gd name="connsiteY0" fmla="*/ 245786 h 540522"/>
              <a:gd name="connsiteX1" fmla="*/ 246958 w 12222094"/>
              <a:gd name="connsiteY1" fmla="*/ 0 h 540522"/>
              <a:gd name="connsiteX2" fmla="*/ 11947387 w 12222094"/>
              <a:gd name="connsiteY2" fmla="*/ 0 h 540522"/>
              <a:gd name="connsiteX3" fmla="*/ 12193173 w 12222094"/>
              <a:gd name="connsiteY3" fmla="*/ 245786 h 540522"/>
              <a:gd name="connsiteX4" fmla="*/ 12193172 w 12222094"/>
              <a:gd name="connsiteY4" fmla="*/ 245786 h 540522"/>
              <a:gd name="connsiteX5" fmla="*/ 12204561 w 12222094"/>
              <a:gd name="connsiteY5" fmla="*/ 489190 h 540522"/>
              <a:gd name="connsiteX6" fmla="*/ 4223 w 12222094"/>
              <a:gd name="connsiteY6" fmla="*/ 539413 h 540522"/>
              <a:gd name="connsiteX7" fmla="*/ 1172 w 12222094"/>
              <a:gd name="connsiteY7" fmla="*/ 245785 h 540522"/>
              <a:gd name="connsiteX8" fmla="*/ 1172 w 12222094"/>
              <a:gd name="connsiteY8" fmla="*/ 245786 h 540522"/>
              <a:gd name="connsiteX0" fmla="*/ 1172 w 12207823"/>
              <a:gd name="connsiteY0" fmla="*/ 245786 h 540522"/>
              <a:gd name="connsiteX1" fmla="*/ 246958 w 12207823"/>
              <a:gd name="connsiteY1" fmla="*/ 0 h 540522"/>
              <a:gd name="connsiteX2" fmla="*/ 11947387 w 12207823"/>
              <a:gd name="connsiteY2" fmla="*/ 0 h 540522"/>
              <a:gd name="connsiteX3" fmla="*/ 12193173 w 12207823"/>
              <a:gd name="connsiteY3" fmla="*/ 245786 h 540522"/>
              <a:gd name="connsiteX4" fmla="*/ 12193172 w 12207823"/>
              <a:gd name="connsiteY4" fmla="*/ 245786 h 540522"/>
              <a:gd name="connsiteX5" fmla="*/ 12185511 w 12207823"/>
              <a:gd name="connsiteY5" fmla="*/ 491571 h 540522"/>
              <a:gd name="connsiteX6" fmla="*/ 4223 w 12207823"/>
              <a:gd name="connsiteY6" fmla="*/ 539413 h 540522"/>
              <a:gd name="connsiteX7" fmla="*/ 1172 w 12207823"/>
              <a:gd name="connsiteY7" fmla="*/ 245785 h 540522"/>
              <a:gd name="connsiteX8" fmla="*/ 1172 w 12207823"/>
              <a:gd name="connsiteY8" fmla="*/ 245786 h 540522"/>
              <a:gd name="connsiteX0" fmla="*/ 1172 w 12202618"/>
              <a:gd name="connsiteY0" fmla="*/ 245786 h 540522"/>
              <a:gd name="connsiteX1" fmla="*/ 246958 w 12202618"/>
              <a:gd name="connsiteY1" fmla="*/ 0 h 540522"/>
              <a:gd name="connsiteX2" fmla="*/ 11947387 w 12202618"/>
              <a:gd name="connsiteY2" fmla="*/ 0 h 540522"/>
              <a:gd name="connsiteX3" fmla="*/ 12193173 w 12202618"/>
              <a:gd name="connsiteY3" fmla="*/ 245786 h 540522"/>
              <a:gd name="connsiteX4" fmla="*/ 12193172 w 12202618"/>
              <a:gd name="connsiteY4" fmla="*/ 245786 h 540522"/>
              <a:gd name="connsiteX5" fmla="*/ 12185511 w 12202618"/>
              <a:gd name="connsiteY5" fmla="*/ 491571 h 540522"/>
              <a:gd name="connsiteX6" fmla="*/ 4223 w 12202618"/>
              <a:gd name="connsiteY6" fmla="*/ 539413 h 540522"/>
              <a:gd name="connsiteX7" fmla="*/ 1172 w 12202618"/>
              <a:gd name="connsiteY7" fmla="*/ 245785 h 540522"/>
              <a:gd name="connsiteX8" fmla="*/ 1172 w 12202618"/>
              <a:gd name="connsiteY8" fmla="*/ 245786 h 540522"/>
              <a:gd name="connsiteX0" fmla="*/ 1172 w 12213078"/>
              <a:gd name="connsiteY0" fmla="*/ 245786 h 540522"/>
              <a:gd name="connsiteX1" fmla="*/ 246958 w 12213078"/>
              <a:gd name="connsiteY1" fmla="*/ 0 h 540522"/>
              <a:gd name="connsiteX2" fmla="*/ 11947387 w 12213078"/>
              <a:gd name="connsiteY2" fmla="*/ 0 h 540522"/>
              <a:gd name="connsiteX3" fmla="*/ 12193173 w 12213078"/>
              <a:gd name="connsiteY3" fmla="*/ 245786 h 540522"/>
              <a:gd name="connsiteX4" fmla="*/ 12193172 w 12213078"/>
              <a:gd name="connsiteY4" fmla="*/ 245786 h 540522"/>
              <a:gd name="connsiteX5" fmla="*/ 12199798 w 12213078"/>
              <a:gd name="connsiteY5" fmla="*/ 491571 h 540522"/>
              <a:gd name="connsiteX6" fmla="*/ 4223 w 12213078"/>
              <a:gd name="connsiteY6" fmla="*/ 539413 h 540522"/>
              <a:gd name="connsiteX7" fmla="*/ 1172 w 12213078"/>
              <a:gd name="connsiteY7" fmla="*/ 245785 h 540522"/>
              <a:gd name="connsiteX8" fmla="*/ 1172 w 12213078"/>
              <a:gd name="connsiteY8" fmla="*/ 245786 h 540522"/>
              <a:gd name="connsiteX0" fmla="*/ 1172 w 12198313"/>
              <a:gd name="connsiteY0" fmla="*/ 245786 h 540522"/>
              <a:gd name="connsiteX1" fmla="*/ 246958 w 12198313"/>
              <a:gd name="connsiteY1" fmla="*/ 0 h 540522"/>
              <a:gd name="connsiteX2" fmla="*/ 11947387 w 12198313"/>
              <a:gd name="connsiteY2" fmla="*/ 0 h 540522"/>
              <a:gd name="connsiteX3" fmla="*/ 12193173 w 12198313"/>
              <a:gd name="connsiteY3" fmla="*/ 245786 h 540522"/>
              <a:gd name="connsiteX4" fmla="*/ 12193172 w 12198313"/>
              <a:gd name="connsiteY4" fmla="*/ 245786 h 540522"/>
              <a:gd name="connsiteX5" fmla="*/ 12178366 w 12198313"/>
              <a:gd name="connsiteY5" fmla="*/ 526990 h 540522"/>
              <a:gd name="connsiteX6" fmla="*/ 4223 w 12198313"/>
              <a:gd name="connsiteY6" fmla="*/ 539413 h 540522"/>
              <a:gd name="connsiteX7" fmla="*/ 1172 w 12198313"/>
              <a:gd name="connsiteY7" fmla="*/ 245785 h 540522"/>
              <a:gd name="connsiteX8" fmla="*/ 1172 w 12198313"/>
              <a:gd name="connsiteY8" fmla="*/ 245786 h 540522"/>
              <a:gd name="connsiteX0" fmla="*/ 1172 w 12233684"/>
              <a:gd name="connsiteY0" fmla="*/ 245786 h 551725"/>
              <a:gd name="connsiteX1" fmla="*/ 246958 w 12233684"/>
              <a:gd name="connsiteY1" fmla="*/ 0 h 551725"/>
              <a:gd name="connsiteX2" fmla="*/ 11947387 w 12233684"/>
              <a:gd name="connsiteY2" fmla="*/ 0 h 551725"/>
              <a:gd name="connsiteX3" fmla="*/ 12193173 w 12233684"/>
              <a:gd name="connsiteY3" fmla="*/ 245786 h 551725"/>
              <a:gd name="connsiteX4" fmla="*/ 12193172 w 12233684"/>
              <a:gd name="connsiteY4" fmla="*/ 245786 h 551725"/>
              <a:gd name="connsiteX5" fmla="*/ 12224086 w 12233684"/>
              <a:gd name="connsiteY5" fmla="*/ 551630 h 551725"/>
              <a:gd name="connsiteX6" fmla="*/ 4223 w 12233684"/>
              <a:gd name="connsiteY6" fmla="*/ 539413 h 551725"/>
              <a:gd name="connsiteX7" fmla="*/ 1172 w 12233684"/>
              <a:gd name="connsiteY7" fmla="*/ 245785 h 551725"/>
              <a:gd name="connsiteX8" fmla="*/ 1172 w 12233684"/>
              <a:gd name="connsiteY8" fmla="*/ 245786 h 55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3684" h="551725">
                <a:moveTo>
                  <a:pt x="1172" y="245786"/>
                </a:moveTo>
                <a:cubicBezTo>
                  <a:pt x="1172" y="110042"/>
                  <a:pt x="111214" y="0"/>
                  <a:pt x="246958" y="0"/>
                </a:cubicBezTo>
                <a:lnTo>
                  <a:pt x="11947387" y="0"/>
                </a:lnTo>
                <a:cubicBezTo>
                  <a:pt x="12083131" y="0"/>
                  <a:pt x="12193173" y="110042"/>
                  <a:pt x="12193173" y="245786"/>
                </a:cubicBezTo>
                <a:lnTo>
                  <a:pt x="12193172" y="245786"/>
                </a:lnTo>
                <a:cubicBezTo>
                  <a:pt x="12193172" y="381530"/>
                  <a:pt x="12257437" y="556393"/>
                  <a:pt x="12224086" y="551630"/>
                </a:cubicBezTo>
                <a:lnTo>
                  <a:pt x="4223" y="539413"/>
                </a:lnTo>
                <a:cubicBezTo>
                  <a:pt x="-2934" y="556082"/>
                  <a:pt x="1172" y="381529"/>
                  <a:pt x="1172" y="245785"/>
                </a:cubicBezTo>
                <a:lnTo>
                  <a:pt x="1172" y="2457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C26449B-EDB2-FD78-A80D-52380FF78B60}"/>
              </a:ext>
            </a:extLst>
          </p:cNvPr>
          <p:cNvSpPr/>
          <p:nvPr/>
        </p:nvSpPr>
        <p:spPr>
          <a:xfrm>
            <a:off x="1062406" y="872533"/>
            <a:ext cx="2377469" cy="1037820"/>
          </a:xfrm>
          <a:prstGeom prst="roundRect">
            <a:avLst>
              <a:gd name="adj" fmla="val 825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1D1ACFA-3461-5FAE-3782-4DD171E7EFDF}"/>
              </a:ext>
            </a:extLst>
          </p:cNvPr>
          <p:cNvSpPr/>
          <p:nvPr/>
        </p:nvSpPr>
        <p:spPr>
          <a:xfrm>
            <a:off x="3838574" y="878241"/>
            <a:ext cx="2377469" cy="103782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5F19F60-83F0-EC32-4520-3604AE1ADE84}"/>
              </a:ext>
            </a:extLst>
          </p:cNvPr>
          <p:cNvSpPr/>
          <p:nvPr/>
        </p:nvSpPr>
        <p:spPr>
          <a:xfrm>
            <a:off x="6611235" y="886416"/>
            <a:ext cx="2377469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A632AA5-8ABB-DC7E-9099-17ABD1D11638}"/>
              </a:ext>
            </a:extLst>
          </p:cNvPr>
          <p:cNvSpPr/>
          <p:nvPr/>
        </p:nvSpPr>
        <p:spPr>
          <a:xfrm>
            <a:off x="9383896" y="886416"/>
            <a:ext cx="2377469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50E8CFD-F5FC-3CEB-1CE3-7FEEBA137545}"/>
              </a:ext>
            </a:extLst>
          </p:cNvPr>
          <p:cNvSpPr/>
          <p:nvPr/>
        </p:nvSpPr>
        <p:spPr>
          <a:xfrm>
            <a:off x="1049149" y="2026039"/>
            <a:ext cx="10737908" cy="2575778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470750E-57B1-0CD6-6695-17F90F81A92A}"/>
              </a:ext>
            </a:extLst>
          </p:cNvPr>
          <p:cNvSpPr/>
          <p:nvPr/>
        </p:nvSpPr>
        <p:spPr>
          <a:xfrm>
            <a:off x="1049149" y="4820478"/>
            <a:ext cx="5178277" cy="1921835"/>
          </a:xfrm>
          <a:prstGeom prst="roundRect">
            <a:avLst>
              <a:gd name="adj" fmla="val 472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BD63590-4230-B4DA-8D3B-5B261E5228D4}"/>
              </a:ext>
            </a:extLst>
          </p:cNvPr>
          <p:cNvSpPr/>
          <p:nvPr/>
        </p:nvSpPr>
        <p:spPr>
          <a:xfrm>
            <a:off x="6557396" y="4820478"/>
            <a:ext cx="5203969" cy="1921835"/>
          </a:xfrm>
          <a:prstGeom prst="roundRect">
            <a:avLst>
              <a:gd name="adj" fmla="val 472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C7E92271-A996-51B7-F0A8-340C6196C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40" name="Imagem 39" descr="Logotipo&#10;&#10;O conteúdo gerado por IA pode estar incorreto.">
            <a:extLst>
              <a:ext uri="{FF2B5EF4-FFF2-40B4-BE49-F238E27FC236}">
                <a16:creationId xmlns:a16="http://schemas.microsoft.com/office/drawing/2014/main" id="{3DD9B057-5B8B-AEEC-0531-DFAFCD316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00" y="-496476"/>
            <a:ext cx="2342499" cy="1801131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0262A853-6CC5-638C-32C0-6E1BBA50331C}"/>
              </a:ext>
            </a:extLst>
          </p:cNvPr>
          <p:cNvSpPr/>
          <p:nvPr/>
        </p:nvSpPr>
        <p:spPr>
          <a:xfrm>
            <a:off x="1699976" y="227802"/>
            <a:ext cx="2532868" cy="309954"/>
          </a:xfrm>
          <a:prstGeom prst="roundRect">
            <a:avLst>
              <a:gd name="adj" fmla="val 26287"/>
            </a:avLst>
          </a:prstGeom>
          <a:solidFill>
            <a:srgbClr val="2F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Operacional – Monitoramento</a:t>
            </a:r>
          </a:p>
        </p:txBody>
      </p:sp>
      <p:pic>
        <p:nvPicPr>
          <p:cNvPr id="53" name="Imagem 52" descr="Ícone&#10;&#10;O conteúdo gerado por IA pode estar incorreto.">
            <a:extLst>
              <a:ext uri="{FF2B5EF4-FFF2-40B4-BE49-F238E27FC236}">
                <a16:creationId xmlns:a16="http://schemas.microsoft.com/office/drawing/2014/main" id="{FAE8F446-4773-E231-C5A7-6C8996176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410" y="949186"/>
            <a:ext cx="356262" cy="356262"/>
          </a:xfrm>
          <a:prstGeom prst="rect">
            <a:avLst/>
          </a:prstGeom>
        </p:spPr>
      </p:pic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4F2FB47-E006-A114-B89C-26A04457A230}"/>
              </a:ext>
            </a:extLst>
          </p:cNvPr>
          <p:cNvSpPr/>
          <p:nvPr/>
        </p:nvSpPr>
        <p:spPr>
          <a:xfrm>
            <a:off x="2927746" y="905117"/>
            <a:ext cx="433589" cy="466012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D9909437-8353-1D03-C311-8E09F289071E}"/>
              </a:ext>
            </a:extLst>
          </p:cNvPr>
          <p:cNvSpPr/>
          <p:nvPr/>
        </p:nvSpPr>
        <p:spPr>
          <a:xfrm>
            <a:off x="5695412" y="909113"/>
            <a:ext cx="450374" cy="466489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849E17AF-F204-D19B-83B7-493ED982D77C}"/>
              </a:ext>
            </a:extLst>
          </p:cNvPr>
          <p:cNvSpPr/>
          <p:nvPr/>
        </p:nvSpPr>
        <p:spPr>
          <a:xfrm>
            <a:off x="8460555" y="917288"/>
            <a:ext cx="450374" cy="466489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52FF75AF-44A2-0E85-0E41-7AB475B2B28B}"/>
              </a:ext>
            </a:extLst>
          </p:cNvPr>
          <p:cNvSpPr/>
          <p:nvPr/>
        </p:nvSpPr>
        <p:spPr>
          <a:xfrm>
            <a:off x="11250650" y="917289"/>
            <a:ext cx="447922" cy="458314"/>
          </a:xfrm>
          <a:prstGeom prst="roundRect">
            <a:avLst>
              <a:gd name="adj" fmla="val 35127"/>
            </a:avLst>
          </a:prstGeom>
          <a:solidFill>
            <a:srgbClr val="2F3A5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5386033A-5D2B-BB81-DB17-FE4AF621B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22" y="947711"/>
            <a:ext cx="356953" cy="356953"/>
          </a:xfrm>
          <a:prstGeom prst="rect">
            <a:avLst/>
          </a:prstGeom>
        </p:spPr>
      </p:pic>
      <p:pic>
        <p:nvPicPr>
          <p:cNvPr id="69" name="Imagem 68" descr="Ícone&#10;&#10;O conteúdo gerado por IA pode estar incorreto.">
            <a:extLst>
              <a:ext uri="{FF2B5EF4-FFF2-40B4-BE49-F238E27FC236}">
                <a16:creationId xmlns:a16="http://schemas.microsoft.com/office/drawing/2014/main" id="{7AAF50FD-FA58-C69A-C8F7-9BE4659779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076" y="951886"/>
            <a:ext cx="359270" cy="359270"/>
          </a:xfrm>
          <a:prstGeom prst="rect">
            <a:avLst/>
          </a:prstGeom>
        </p:spPr>
      </p:pic>
      <p:pic>
        <p:nvPicPr>
          <p:cNvPr id="71" name="Imagem 70" descr="Ícone&#10;&#10;O conteúdo gerado por IA pode estar incorreto.">
            <a:extLst>
              <a:ext uri="{FF2B5EF4-FFF2-40B4-BE49-F238E27FC236}">
                <a16:creationId xmlns:a16="http://schemas.microsoft.com/office/drawing/2014/main" id="{E0B9E829-DC81-1BF0-7000-2ACC9FCACE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368" y="977200"/>
            <a:ext cx="328001" cy="328001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A1ACA8E9-C0F4-E4F7-6378-47AAA5A764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8" y="2826280"/>
            <a:ext cx="400935" cy="400935"/>
          </a:xfrm>
          <a:prstGeom prst="rect">
            <a:avLst/>
          </a:prstGeom>
        </p:spPr>
      </p:pic>
      <p:pic>
        <p:nvPicPr>
          <p:cNvPr id="16" name="Imagem 15" descr="Logotipo, Ícone&#10;&#10;O conteúdo gerado por IA pode estar incorreto.">
            <a:extLst>
              <a:ext uri="{FF2B5EF4-FFF2-40B4-BE49-F238E27FC236}">
                <a16:creationId xmlns:a16="http://schemas.microsoft.com/office/drawing/2014/main" id="{72750EFD-5EB9-84F7-327A-F804A22CDF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9" y="3515829"/>
            <a:ext cx="483326" cy="483326"/>
          </a:xfrm>
          <a:prstGeom prst="rect">
            <a:avLst/>
          </a:prstGeom>
        </p:spPr>
      </p:pic>
      <p:pic>
        <p:nvPicPr>
          <p:cNvPr id="20" name="Imagem 19" descr="Ícone&#10;&#10;O conteúdo gerado por IA pode estar incorreto.">
            <a:extLst>
              <a:ext uri="{FF2B5EF4-FFF2-40B4-BE49-F238E27FC236}">
                <a16:creationId xmlns:a16="http://schemas.microsoft.com/office/drawing/2014/main" id="{95F4F035-D941-A804-F42E-3472DA42A5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6" y="2076078"/>
            <a:ext cx="334566" cy="334566"/>
          </a:xfrm>
          <a:prstGeom prst="rect">
            <a:avLst/>
          </a:prstGeom>
        </p:spPr>
      </p:pic>
      <p:pic>
        <p:nvPicPr>
          <p:cNvPr id="22" name="Imagem 21" descr="Ícone&#10;&#10;O conteúdo gerado por IA pode estar incorreto.">
            <a:extLst>
              <a:ext uri="{FF2B5EF4-FFF2-40B4-BE49-F238E27FC236}">
                <a16:creationId xmlns:a16="http://schemas.microsoft.com/office/drawing/2014/main" id="{80050991-3381-8A02-8110-9D095FC4F3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9" y="4198812"/>
            <a:ext cx="456652" cy="456652"/>
          </a:xfrm>
          <a:prstGeom prst="rect">
            <a:avLst/>
          </a:prstGeom>
        </p:spPr>
      </p:pic>
      <p:pic>
        <p:nvPicPr>
          <p:cNvPr id="25" name="Imagem 2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09D0A347-19B1-96AE-D96A-6F3E5EBE93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151" y="1346299"/>
            <a:ext cx="349421" cy="34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FED8F11-7150-C394-9384-7FB50B3742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58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25E4AD4-D58D-2167-8E04-797229EAFB6D}"/>
              </a:ext>
            </a:extLst>
          </p:cNvPr>
          <p:cNvSpPr/>
          <p:nvPr/>
        </p:nvSpPr>
        <p:spPr>
          <a:xfrm>
            <a:off x="-177079" y="897622"/>
            <a:ext cx="805343" cy="4337108"/>
          </a:xfrm>
          <a:prstGeom prst="roundRect">
            <a:avLst/>
          </a:prstGeom>
          <a:solidFill>
            <a:srgbClr val="2F3A5F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A3A9F8A-FCE2-E86D-AFA2-D068A07E5900}"/>
              </a:ext>
            </a:extLst>
          </p:cNvPr>
          <p:cNvSpPr/>
          <p:nvPr/>
        </p:nvSpPr>
        <p:spPr>
          <a:xfrm>
            <a:off x="94520" y="2685087"/>
            <a:ext cx="450321" cy="4816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C26449B-EDB2-FD78-A80D-52380FF78B60}"/>
              </a:ext>
            </a:extLst>
          </p:cNvPr>
          <p:cNvSpPr/>
          <p:nvPr/>
        </p:nvSpPr>
        <p:spPr>
          <a:xfrm>
            <a:off x="1023457" y="898501"/>
            <a:ext cx="2377469" cy="1078503"/>
          </a:xfrm>
          <a:prstGeom prst="roundRect">
            <a:avLst>
              <a:gd name="adj" fmla="val 825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1D1ACFA-3461-5FAE-3782-4DD171E7EFDF}"/>
              </a:ext>
            </a:extLst>
          </p:cNvPr>
          <p:cNvSpPr/>
          <p:nvPr/>
        </p:nvSpPr>
        <p:spPr>
          <a:xfrm>
            <a:off x="3842379" y="894666"/>
            <a:ext cx="2377469" cy="1078503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5F19F60-83F0-EC32-4520-3604AE1ADE84}"/>
              </a:ext>
            </a:extLst>
          </p:cNvPr>
          <p:cNvSpPr/>
          <p:nvPr/>
        </p:nvSpPr>
        <p:spPr>
          <a:xfrm>
            <a:off x="6661301" y="894667"/>
            <a:ext cx="2377469" cy="1078502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A632AA5-8ABB-DC7E-9099-17ABD1D11638}"/>
              </a:ext>
            </a:extLst>
          </p:cNvPr>
          <p:cNvSpPr/>
          <p:nvPr/>
        </p:nvSpPr>
        <p:spPr>
          <a:xfrm>
            <a:off x="9480223" y="894667"/>
            <a:ext cx="2377469" cy="1078502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50E8CFD-F5FC-3CEB-1CE3-7FEEBA137545}"/>
              </a:ext>
            </a:extLst>
          </p:cNvPr>
          <p:cNvSpPr/>
          <p:nvPr/>
        </p:nvSpPr>
        <p:spPr>
          <a:xfrm>
            <a:off x="1023457" y="2166731"/>
            <a:ext cx="8421442" cy="4501542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C7E92271-A996-51B7-F0A8-340C6196C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4F2FB47-E006-A114-B89C-26A04457A230}"/>
              </a:ext>
            </a:extLst>
          </p:cNvPr>
          <p:cNvSpPr/>
          <p:nvPr/>
        </p:nvSpPr>
        <p:spPr>
          <a:xfrm>
            <a:off x="2872933" y="936982"/>
            <a:ext cx="433589" cy="466012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D9909437-8353-1D03-C311-8E09F289071E}"/>
              </a:ext>
            </a:extLst>
          </p:cNvPr>
          <p:cNvSpPr/>
          <p:nvPr/>
        </p:nvSpPr>
        <p:spPr>
          <a:xfrm>
            <a:off x="5681557" y="930022"/>
            <a:ext cx="450374" cy="466489"/>
          </a:xfrm>
          <a:prstGeom prst="roundRect">
            <a:avLst>
              <a:gd name="adj" fmla="val 35127"/>
            </a:avLst>
          </a:prstGeom>
          <a:solidFill>
            <a:srgbClr val="2F3A5F">
              <a:alpha val="1764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849E17AF-F204-D19B-83B7-493ED982D77C}"/>
              </a:ext>
            </a:extLst>
          </p:cNvPr>
          <p:cNvSpPr/>
          <p:nvPr/>
        </p:nvSpPr>
        <p:spPr>
          <a:xfrm>
            <a:off x="8492961" y="930022"/>
            <a:ext cx="450374" cy="466489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52FF75AF-44A2-0E85-0E41-7AB475B2B28B}"/>
              </a:ext>
            </a:extLst>
          </p:cNvPr>
          <p:cNvSpPr/>
          <p:nvPr/>
        </p:nvSpPr>
        <p:spPr>
          <a:xfrm>
            <a:off x="11329317" y="930022"/>
            <a:ext cx="450374" cy="466489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Logotipo, Ícone&#10;&#10;O conteúdo gerado por IA pode estar incorreto.">
            <a:extLst>
              <a:ext uri="{FF2B5EF4-FFF2-40B4-BE49-F238E27FC236}">
                <a16:creationId xmlns:a16="http://schemas.microsoft.com/office/drawing/2014/main" id="{72750EFD-5EB9-84F7-327A-F804A22CD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9" y="3465029"/>
            <a:ext cx="483326" cy="483326"/>
          </a:xfrm>
          <a:prstGeom prst="rect">
            <a:avLst/>
          </a:prstGeom>
        </p:spPr>
      </p:pic>
      <p:pic>
        <p:nvPicPr>
          <p:cNvPr id="22" name="Imagem 21" descr="Ícone&#10;&#10;O conteúdo gerado por IA pode estar incorreto.">
            <a:extLst>
              <a:ext uri="{FF2B5EF4-FFF2-40B4-BE49-F238E27FC236}">
                <a16:creationId xmlns:a16="http://schemas.microsoft.com/office/drawing/2014/main" id="{80050991-3381-8A02-8110-9D095FC4F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9" y="4211512"/>
            <a:ext cx="456652" cy="456652"/>
          </a:xfrm>
          <a:prstGeom prst="rect">
            <a:avLst/>
          </a:prstGeom>
        </p:spPr>
      </p:pic>
      <p:pic>
        <p:nvPicPr>
          <p:cNvPr id="25" name="Imagem 2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09D0A347-19B1-96AE-D96A-6F3E5EBE9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151" y="1295499"/>
            <a:ext cx="349421" cy="349421"/>
          </a:xfrm>
          <a:prstGeom prst="rect">
            <a:avLst/>
          </a:prstGeom>
        </p:spPr>
      </p:pic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5DDFF6DC-D44A-A46D-56F0-9D3568F865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0" y="1911041"/>
            <a:ext cx="450321" cy="450321"/>
          </a:xfrm>
          <a:prstGeom prst="rect">
            <a:avLst/>
          </a:prstGeom>
        </p:spPr>
      </p:pic>
      <p:pic>
        <p:nvPicPr>
          <p:cNvPr id="15" name="Imagem 14" descr="Ícone&#10;&#10;O conteúdo gerado por IA pode estar incorreto.">
            <a:extLst>
              <a:ext uri="{FF2B5EF4-FFF2-40B4-BE49-F238E27FC236}">
                <a16:creationId xmlns:a16="http://schemas.microsoft.com/office/drawing/2014/main" id="{6DD0D9C7-92A9-3243-FC0E-365F9ACCC7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3" y="2743126"/>
            <a:ext cx="355674" cy="355674"/>
          </a:xfrm>
          <a:prstGeom prst="rect">
            <a:avLst/>
          </a:prstGeom>
        </p:spPr>
      </p:pic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B48C9E3-6494-5DBF-B726-271748E11AEE}"/>
              </a:ext>
            </a:extLst>
          </p:cNvPr>
          <p:cNvSpPr/>
          <p:nvPr/>
        </p:nvSpPr>
        <p:spPr>
          <a:xfrm>
            <a:off x="9710530" y="2174508"/>
            <a:ext cx="2347367" cy="228275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320CE6E-A79C-944E-0F18-343E50B290DF}"/>
              </a:ext>
            </a:extLst>
          </p:cNvPr>
          <p:cNvSpPr/>
          <p:nvPr/>
        </p:nvSpPr>
        <p:spPr>
          <a:xfrm>
            <a:off x="9710530" y="4668164"/>
            <a:ext cx="2337317" cy="2000109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EC12CAE6-C32E-A834-C9AC-32A219FA52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020" y="1003659"/>
            <a:ext cx="332657" cy="332657"/>
          </a:xfrm>
          <a:prstGeom prst="rect">
            <a:avLst/>
          </a:prstGeom>
        </p:spPr>
      </p:pic>
      <p:pic>
        <p:nvPicPr>
          <p:cNvPr id="24" name="Imagem 23" descr="Ícone&#10;&#10;O conteúdo gerado por IA pode estar incorreto.">
            <a:extLst>
              <a:ext uri="{FF2B5EF4-FFF2-40B4-BE49-F238E27FC236}">
                <a16:creationId xmlns:a16="http://schemas.microsoft.com/office/drawing/2014/main" id="{0EC35161-6032-EBC3-1CDC-7F1E5AF964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239" y="979400"/>
            <a:ext cx="331817" cy="331817"/>
          </a:xfrm>
          <a:prstGeom prst="rect">
            <a:avLst/>
          </a:prstGeom>
        </p:spPr>
      </p:pic>
      <p:pic>
        <p:nvPicPr>
          <p:cNvPr id="29" name="Imagem 28" descr="Ícone&#10;&#10;O conteúdo gerado por IA pode estar incorreto.">
            <a:extLst>
              <a:ext uri="{FF2B5EF4-FFF2-40B4-BE49-F238E27FC236}">
                <a16:creationId xmlns:a16="http://schemas.microsoft.com/office/drawing/2014/main" id="{6EF39C74-10D2-438D-6758-7FC5583D57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52" y="974437"/>
            <a:ext cx="341503" cy="341503"/>
          </a:xfrm>
          <a:prstGeom prst="rect">
            <a:avLst/>
          </a:prstGeom>
        </p:spPr>
      </p:pic>
      <p:pic>
        <p:nvPicPr>
          <p:cNvPr id="31" name="Imagem 30" descr="Ícone&#10;&#10;O conteúdo gerado por IA pode estar incorreto.">
            <a:extLst>
              <a:ext uri="{FF2B5EF4-FFF2-40B4-BE49-F238E27FC236}">
                <a16:creationId xmlns:a16="http://schemas.microsoft.com/office/drawing/2014/main" id="{D8DFE3BC-925E-2547-8113-3CEB442440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340" y="989268"/>
            <a:ext cx="331634" cy="331634"/>
          </a:xfrm>
          <a:prstGeom prst="rect">
            <a:avLst/>
          </a:prstGeom>
        </p:spPr>
      </p:pic>
      <p:sp>
        <p:nvSpPr>
          <p:cNvPr id="2" name="Retângulo: Cantos Arredondados 42">
            <a:extLst>
              <a:ext uri="{FF2B5EF4-FFF2-40B4-BE49-F238E27FC236}">
                <a16:creationId xmlns:a16="http://schemas.microsoft.com/office/drawing/2014/main" id="{63991A6C-31A1-40A6-38E0-38B21DBA2385}"/>
              </a:ext>
            </a:extLst>
          </p:cNvPr>
          <p:cNvSpPr/>
          <p:nvPr/>
        </p:nvSpPr>
        <p:spPr>
          <a:xfrm>
            <a:off x="-1170" y="-45343"/>
            <a:ext cx="12233684" cy="853130"/>
          </a:xfrm>
          <a:custGeom>
            <a:avLst/>
            <a:gdLst>
              <a:gd name="connsiteX0" fmla="*/ 0 w 12192000"/>
              <a:gd name="connsiteY0" fmla="*/ 245786 h 491571"/>
              <a:gd name="connsiteX1" fmla="*/ 245786 w 12192000"/>
              <a:gd name="connsiteY1" fmla="*/ 0 h 491571"/>
              <a:gd name="connsiteX2" fmla="*/ 11946215 w 12192000"/>
              <a:gd name="connsiteY2" fmla="*/ 0 h 491571"/>
              <a:gd name="connsiteX3" fmla="*/ 12192001 w 12192000"/>
              <a:gd name="connsiteY3" fmla="*/ 245786 h 491571"/>
              <a:gd name="connsiteX4" fmla="*/ 12192000 w 12192000"/>
              <a:gd name="connsiteY4" fmla="*/ 245786 h 491571"/>
              <a:gd name="connsiteX5" fmla="*/ 11946214 w 12192000"/>
              <a:gd name="connsiteY5" fmla="*/ 491572 h 491571"/>
              <a:gd name="connsiteX6" fmla="*/ 245786 w 12192000"/>
              <a:gd name="connsiteY6" fmla="*/ 491571 h 491571"/>
              <a:gd name="connsiteX7" fmla="*/ 0 w 12192000"/>
              <a:gd name="connsiteY7" fmla="*/ 245785 h 491571"/>
              <a:gd name="connsiteX8" fmla="*/ 0 w 12192000"/>
              <a:gd name="connsiteY8" fmla="*/ 245786 h 491571"/>
              <a:gd name="connsiteX0" fmla="*/ 8746 w 12200747"/>
              <a:gd name="connsiteY0" fmla="*/ 245786 h 525126"/>
              <a:gd name="connsiteX1" fmla="*/ 254532 w 12200747"/>
              <a:gd name="connsiteY1" fmla="*/ 0 h 525126"/>
              <a:gd name="connsiteX2" fmla="*/ 11954961 w 12200747"/>
              <a:gd name="connsiteY2" fmla="*/ 0 h 525126"/>
              <a:gd name="connsiteX3" fmla="*/ 12200747 w 12200747"/>
              <a:gd name="connsiteY3" fmla="*/ 245786 h 525126"/>
              <a:gd name="connsiteX4" fmla="*/ 12200746 w 12200747"/>
              <a:gd name="connsiteY4" fmla="*/ 245786 h 525126"/>
              <a:gd name="connsiteX5" fmla="*/ 11954960 w 12200747"/>
              <a:gd name="connsiteY5" fmla="*/ 491572 h 525126"/>
              <a:gd name="connsiteX6" fmla="*/ 95141 w 12200747"/>
              <a:gd name="connsiteY6" fmla="*/ 525126 h 525126"/>
              <a:gd name="connsiteX7" fmla="*/ 8746 w 12200747"/>
              <a:gd name="connsiteY7" fmla="*/ 245785 h 525126"/>
              <a:gd name="connsiteX8" fmla="*/ 8746 w 12200747"/>
              <a:gd name="connsiteY8" fmla="*/ 245786 h 525126"/>
              <a:gd name="connsiteX0" fmla="*/ 7009 w 12199010"/>
              <a:gd name="connsiteY0" fmla="*/ 245786 h 539413"/>
              <a:gd name="connsiteX1" fmla="*/ 252795 w 12199010"/>
              <a:gd name="connsiteY1" fmla="*/ 0 h 539413"/>
              <a:gd name="connsiteX2" fmla="*/ 11953224 w 12199010"/>
              <a:gd name="connsiteY2" fmla="*/ 0 h 539413"/>
              <a:gd name="connsiteX3" fmla="*/ 12199010 w 12199010"/>
              <a:gd name="connsiteY3" fmla="*/ 245786 h 539413"/>
              <a:gd name="connsiteX4" fmla="*/ 12199009 w 12199010"/>
              <a:gd name="connsiteY4" fmla="*/ 245786 h 539413"/>
              <a:gd name="connsiteX5" fmla="*/ 11953223 w 12199010"/>
              <a:gd name="connsiteY5" fmla="*/ 491572 h 539413"/>
              <a:gd name="connsiteX6" fmla="*/ 98167 w 12199010"/>
              <a:gd name="connsiteY6" fmla="*/ 539413 h 539413"/>
              <a:gd name="connsiteX7" fmla="*/ 7009 w 12199010"/>
              <a:gd name="connsiteY7" fmla="*/ 245785 h 539413"/>
              <a:gd name="connsiteX8" fmla="*/ 7009 w 12199010"/>
              <a:gd name="connsiteY8" fmla="*/ 245786 h 539413"/>
              <a:gd name="connsiteX0" fmla="*/ 4473 w 12196474"/>
              <a:gd name="connsiteY0" fmla="*/ 245786 h 539439"/>
              <a:gd name="connsiteX1" fmla="*/ 250259 w 12196474"/>
              <a:gd name="connsiteY1" fmla="*/ 0 h 539439"/>
              <a:gd name="connsiteX2" fmla="*/ 11950688 w 12196474"/>
              <a:gd name="connsiteY2" fmla="*/ 0 h 539439"/>
              <a:gd name="connsiteX3" fmla="*/ 12196474 w 12196474"/>
              <a:gd name="connsiteY3" fmla="*/ 245786 h 539439"/>
              <a:gd name="connsiteX4" fmla="*/ 12196473 w 12196474"/>
              <a:gd name="connsiteY4" fmla="*/ 245786 h 539439"/>
              <a:gd name="connsiteX5" fmla="*/ 11950687 w 12196474"/>
              <a:gd name="connsiteY5" fmla="*/ 491572 h 539439"/>
              <a:gd name="connsiteX6" fmla="*/ 95631 w 12196474"/>
              <a:gd name="connsiteY6" fmla="*/ 539413 h 539439"/>
              <a:gd name="connsiteX7" fmla="*/ 4473 w 12196474"/>
              <a:gd name="connsiteY7" fmla="*/ 245785 h 539439"/>
              <a:gd name="connsiteX8" fmla="*/ 4473 w 12196474"/>
              <a:gd name="connsiteY8" fmla="*/ 245786 h 539439"/>
              <a:gd name="connsiteX0" fmla="*/ 48673 w 12240674"/>
              <a:gd name="connsiteY0" fmla="*/ 245786 h 539439"/>
              <a:gd name="connsiteX1" fmla="*/ 294459 w 12240674"/>
              <a:gd name="connsiteY1" fmla="*/ 0 h 539439"/>
              <a:gd name="connsiteX2" fmla="*/ 11994888 w 12240674"/>
              <a:gd name="connsiteY2" fmla="*/ 0 h 539439"/>
              <a:gd name="connsiteX3" fmla="*/ 12240674 w 12240674"/>
              <a:gd name="connsiteY3" fmla="*/ 245786 h 539439"/>
              <a:gd name="connsiteX4" fmla="*/ 12240673 w 12240674"/>
              <a:gd name="connsiteY4" fmla="*/ 245786 h 539439"/>
              <a:gd name="connsiteX5" fmla="*/ 11994887 w 12240674"/>
              <a:gd name="connsiteY5" fmla="*/ 491572 h 539439"/>
              <a:gd name="connsiteX6" fmla="*/ 58868 w 12240674"/>
              <a:gd name="connsiteY6" fmla="*/ 539413 h 539439"/>
              <a:gd name="connsiteX7" fmla="*/ 48673 w 12240674"/>
              <a:gd name="connsiteY7" fmla="*/ 245785 h 539439"/>
              <a:gd name="connsiteX8" fmla="*/ 48673 w 12240674"/>
              <a:gd name="connsiteY8" fmla="*/ 245786 h 539439"/>
              <a:gd name="connsiteX0" fmla="*/ 0 w 12192001"/>
              <a:gd name="connsiteY0" fmla="*/ 245786 h 540522"/>
              <a:gd name="connsiteX1" fmla="*/ 245786 w 12192001"/>
              <a:gd name="connsiteY1" fmla="*/ 0 h 540522"/>
              <a:gd name="connsiteX2" fmla="*/ 11946215 w 12192001"/>
              <a:gd name="connsiteY2" fmla="*/ 0 h 540522"/>
              <a:gd name="connsiteX3" fmla="*/ 12192001 w 12192001"/>
              <a:gd name="connsiteY3" fmla="*/ 245786 h 540522"/>
              <a:gd name="connsiteX4" fmla="*/ 12192000 w 12192001"/>
              <a:gd name="connsiteY4" fmla="*/ 245786 h 540522"/>
              <a:gd name="connsiteX5" fmla="*/ 11946214 w 12192001"/>
              <a:gd name="connsiteY5" fmla="*/ 491572 h 540522"/>
              <a:gd name="connsiteX6" fmla="*/ 10195 w 12192001"/>
              <a:gd name="connsiteY6" fmla="*/ 539413 h 540522"/>
              <a:gd name="connsiteX7" fmla="*/ 0 w 12192001"/>
              <a:gd name="connsiteY7" fmla="*/ 245785 h 540522"/>
              <a:gd name="connsiteX8" fmla="*/ 0 w 12192001"/>
              <a:gd name="connsiteY8" fmla="*/ 245786 h 540522"/>
              <a:gd name="connsiteX0" fmla="*/ 1172 w 12193173"/>
              <a:gd name="connsiteY0" fmla="*/ 245786 h 540522"/>
              <a:gd name="connsiteX1" fmla="*/ 246958 w 12193173"/>
              <a:gd name="connsiteY1" fmla="*/ 0 h 540522"/>
              <a:gd name="connsiteX2" fmla="*/ 11947387 w 12193173"/>
              <a:gd name="connsiteY2" fmla="*/ 0 h 540522"/>
              <a:gd name="connsiteX3" fmla="*/ 12193173 w 12193173"/>
              <a:gd name="connsiteY3" fmla="*/ 245786 h 540522"/>
              <a:gd name="connsiteX4" fmla="*/ 12193172 w 12193173"/>
              <a:gd name="connsiteY4" fmla="*/ 245786 h 540522"/>
              <a:gd name="connsiteX5" fmla="*/ 11947386 w 12193173"/>
              <a:gd name="connsiteY5" fmla="*/ 491572 h 540522"/>
              <a:gd name="connsiteX6" fmla="*/ 4223 w 12193173"/>
              <a:gd name="connsiteY6" fmla="*/ 539413 h 540522"/>
              <a:gd name="connsiteX7" fmla="*/ 1172 w 12193173"/>
              <a:gd name="connsiteY7" fmla="*/ 245785 h 540522"/>
              <a:gd name="connsiteX8" fmla="*/ 1172 w 12193173"/>
              <a:gd name="connsiteY8" fmla="*/ 245786 h 540522"/>
              <a:gd name="connsiteX0" fmla="*/ 1172 w 12231428"/>
              <a:gd name="connsiteY0" fmla="*/ 245786 h 540522"/>
              <a:gd name="connsiteX1" fmla="*/ 246958 w 12231428"/>
              <a:gd name="connsiteY1" fmla="*/ 0 h 540522"/>
              <a:gd name="connsiteX2" fmla="*/ 11947387 w 12231428"/>
              <a:gd name="connsiteY2" fmla="*/ 0 h 540522"/>
              <a:gd name="connsiteX3" fmla="*/ 12193173 w 12231428"/>
              <a:gd name="connsiteY3" fmla="*/ 245786 h 540522"/>
              <a:gd name="connsiteX4" fmla="*/ 12193172 w 12231428"/>
              <a:gd name="connsiteY4" fmla="*/ 245786 h 540522"/>
              <a:gd name="connsiteX5" fmla="*/ 12161698 w 12231428"/>
              <a:gd name="connsiteY5" fmla="*/ 486810 h 540522"/>
              <a:gd name="connsiteX6" fmla="*/ 4223 w 12231428"/>
              <a:gd name="connsiteY6" fmla="*/ 539413 h 540522"/>
              <a:gd name="connsiteX7" fmla="*/ 1172 w 12231428"/>
              <a:gd name="connsiteY7" fmla="*/ 245785 h 540522"/>
              <a:gd name="connsiteX8" fmla="*/ 1172 w 12231428"/>
              <a:gd name="connsiteY8" fmla="*/ 245786 h 540522"/>
              <a:gd name="connsiteX0" fmla="*/ 1172 w 12195146"/>
              <a:gd name="connsiteY0" fmla="*/ 245786 h 540522"/>
              <a:gd name="connsiteX1" fmla="*/ 246958 w 12195146"/>
              <a:gd name="connsiteY1" fmla="*/ 0 h 540522"/>
              <a:gd name="connsiteX2" fmla="*/ 11947387 w 12195146"/>
              <a:gd name="connsiteY2" fmla="*/ 0 h 540522"/>
              <a:gd name="connsiteX3" fmla="*/ 12193173 w 12195146"/>
              <a:gd name="connsiteY3" fmla="*/ 245786 h 540522"/>
              <a:gd name="connsiteX4" fmla="*/ 12193172 w 12195146"/>
              <a:gd name="connsiteY4" fmla="*/ 245786 h 540522"/>
              <a:gd name="connsiteX5" fmla="*/ 12161698 w 12195146"/>
              <a:gd name="connsiteY5" fmla="*/ 486810 h 540522"/>
              <a:gd name="connsiteX6" fmla="*/ 4223 w 12195146"/>
              <a:gd name="connsiteY6" fmla="*/ 539413 h 540522"/>
              <a:gd name="connsiteX7" fmla="*/ 1172 w 12195146"/>
              <a:gd name="connsiteY7" fmla="*/ 245785 h 540522"/>
              <a:gd name="connsiteX8" fmla="*/ 1172 w 12195146"/>
              <a:gd name="connsiteY8" fmla="*/ 245786 h 540522"/>
              <a:gd name="connsiteX0" fmla="*/ 1172 w 12244277"/>
              <a:gd name="connsiteY0" fmla="*/ 245786 h 540522"/>
              <a:gd name="connsiteX1" fmla="*/ 246958 w 12244277"/>
              <a:gd name="connsiteY1" fmla="*/ 0 h 540522"/>
              <a:gd name="connsiteX2" fmla="*/ 11947387 w 12244277"/>
              <a:gd name="connsiteY2" fmla="*/ 0 h 540522"/>
              <a:gd name="connsiteX3" fmla="*/ 12193173 w 12244277"/>
              <a:gd name="connsiteY3" fmla="*/ 245786 h 540522"/>
              <a:gd name="connsiteX4" fmla="*/ 12193172 w 12244277"/>
              <a:gd name="connsiteY4" fmla="*/ 245786 h 540522"/>
              <a:gd name="connsiteX5" fmla="*/ 12230754 w 12244277"/>
              <a:gd name="connsiteY5" fmla="*/ 484428 h 540522"/>
              <a:gd name="connsiteX6" fmla="*/ 4223 w 12244277"/>
              <a:gd name="connsiteY6" fmla="*/ 539413 h 540522"/>
              <a:gd name="connsiteX7" fmla="*/ 1172 w 12244277"/>
              <a:gd name="connsiteY7" fmla="*/ 245785 h 540522"/>
              <a:gd name="connsiteX8" fmla="*/ 1172 w 12244277"/>
              <a:gd name="connsiteY8" fmla="*/ 245786 h 540522"/>
              <a:gd name="connsiteX0" fmla="*/ 1172 w 12222094"/>
              <a:gd name="connsiteY0" fmla="*/ 245786 h 540522"/>
              <a:gd name="connsiteX1" fmla="*/ 246958 w 12222094"/>
              <a:gd name="connsiteY1" fmla="*/ 0 h 540522"/>
              <a:gd name="connsiteX2" fmla="*/ 11947387 w 12222094"/>
              <a:gd name="connsiteY2" fmla="*/ 0 h 540522"/>
              <a:gd name="connsiteX3" fmla="*/ 12193173 w 12222094"/>
              <a:gd name="connsiteY3" fmla="*/ 245786 h 540522"/>
              <a:gd name="connsiteX4" fmla="*/ 12193172 w 12222094"/>
              <a:gd name="connsiteY4" fmla="*/ 245786 h 540522"/>
              <a:gd name="connsiteX5" fmla="*/ 12204561 w 12222094"/>
              <a:gd name="connsiteY5" fmla="*/ 489190 h 540522"/>
              <a:gd name="connsiteX6" fmla="*/ 4223 w 12222094"/>
              <a:gd name="connsiteY6" fmla="*/ 539413 h 540522"/>
              <a:gd name="connsiteX7" fmla="*/ 1172 w 12222094"/>
              <a:gd name="connsiteY7" fmla="*/ 245785 h 540522"/>
              <a:gd name="connsiteX8" fmla="*/ 1172 w 12222094"/>
              <a:gd name="connsiteY8" fmla="*/ 245786 h 540522"/>
              <a:gd name="connsiteX0" fmla="*/ 1172 w 12207823"/>
              <a:gd name="connsiteY0" fmla="*/ 245786 h 540522"/>
              <a:gd name="connsiteX1" fmla="*/ 246958 w 12207823"/>
              <a:gd name="connsiteY1" fmla="*/ 0 h 540522"/>
              <a:gd name="connsiteX2" fmla="*/ 11947387 w 12207823"/>
              <a:gd name="connsiteY2" fmla="*/ 0 h 540522"/>
              <a:gd name="connsiteX3" fmla="*/ 12193173 w 12207823"/>
              <a:gd name="connsiteY3" fmla="*/ 245786 h 540522"/>
              <a:gd name="connsiteX4" fmla="*/ 12193172 w 12207823"/>
              <a:gd name="connsiteY4" fmla="*/ 245786 h 540522"/>
              <a:gd name="connsiteX5" fmla="*/ 12185511 w 12207823"/>
              <a:gd name="connsiteY5" fmla="*/ 491571 h 540522"/>
              <a:gd name="connsiteX6" fmla="*/ 4223 w 12207823"/>
              <a:gd name="connsiteY6" fmla="*/ 539413 h 540522"/>
              <a:gd name="connsiteX7" fmla="*/ 1172 w 12207823"/>
              <a:gd name="connsiteY7" fmla="*/ 245785 h 540522"/>
              <a:gd name="connsiteX8" fmla="*/ 1172 w 12207823"/>
              <a:gd name="connsiteY8" fmla="*/ 245786 h 540522"/>
              <a:gd name="connsiteX0" fmla="*/ 1172 w 12202618"/>
              <a:gd name="connsiteY0" fmla="*/ 245786 h 540522"/>
              <a:gd name="connsiteX1" fmla="*/ 246958 w 12202618"/>
              <a:gd name="connsiteY1" fmla="*/ 0 h 540522"/>
              <a:gd name="connsiteX2" fmla="*/ 11947387 w 12202618"/>
              <a:gd name="connsiteY2" fmla="*/ 0 h 540522"/>
              <a:gd name="connsiteX3" fmla="*/ 12193173 w 12202618"/>
              <a:gd name="connsiteY3" fmla="*/ 245786 h 540522"/>
              <a:gd name="connsiteX4" fmla="*/ 12193172 w 12202618"/>
              <a:gd name="connsiteY4" fmla="*/ 245786 h 540522"/>
              <a:gd name="connsiteX5" fmla="*/ 12185511 w 12202618"/>
              <a:gd name="connsiteY5" fmla="*/ 491571 h 540522"/>
              <a:gd name="connsiteX6" fmla="*/ 4223 w 12202618"/>
              <a:gd name="connsiteY6" fmla="*/ 539413 h 540522"/>
              <a:gd name="connsiteX7" fmla="*/ 1172 w 12202618"/>
              <a:gd name="connsiteY7" fmla="*/ 245785 h 540522"/>
              <a:gd name="connsiteX8" fmla="*/ 1172 w 12202618"/>
              <a:gd name="connsiteY8" fmla="*/ 245786 h 540522"/>
              <a:gd name="connsiteX0" fmla="*/ 1172 w 12213078"/>
              <a:gd name="connsiteY0" fmla="*/ 245786 h 540522"/>
              <a:gd name="connsiteX1" fmla="*/ 246958 w 12213078"/>
              <a:gd name="connsiteY1" fmla="*/ 0 h 540522"/>
              <a:gd name="connsiteX2" fmla="*/ 11947387 w 12213078"/>
              <a:gd name="connsiteY2" fmla="*/ 0 h 540522"/>
              <a:gd name="connsiteX3" fmla="*/ 12193173 w 12213078"/>
              <a:gd name="connsiteY3" fmla="*/ 245786 h 540522"/>
              <a:gd name="connsiteX4" fmla="*/ 12193172 w 12213078"/>
              <a:gd name="connsiteY4" fmla="*/ 245786 h 540522"/>
              <a:gd name="connsiteX5" fmla="*/ 12199798 w 12213078"/>
              <a:gd name="connsiteY5" fmla="*/ 491571 h 540522"/>
              <a:gd name="connsiteX6" fmla="*/ 4223 w 12213078"/>
              <a:gd name="connsiteY6" fmla="*/ 539413 h 540522"/>
              <a:gd name="connsiteX7" fmla="*/ 1172 w 12213078"/>
              <a:gd name="connsiteY7" fmla="*/ 245785 h 540522"/>
              <a:gd name="connsiteX8" fmla="*/ 1172 w 12213078"/>
              <a:gd name="connsiteY8" fmla="*/ 245786 h 540522"/>
              <a:gd name="connsiteX0" fmla="*/ 1172 w 12198313"/>
              <a:gd name="connsiteY0" fmla="*/ 245786 h 540522"/>
              <a:gd name="connsiteX1" fmla="*/ 246958 w 12198313"/>
              <a:gd name="connsiteY1" fmla="*/ 0 h 540522"/>
              <a:gd name="connsiteX2" fmla="*/ 11947387 w 12198313"/>
              <a:gd name="connsiteY2" fmla="*/ 0 h 540522"/>
              <a:gd name="connsiteX3" fmla="*/ 12193173 w 12198313"/>
              <a:gd name="connsiteY3" fmla="*/ 245786 h 540522"/>
              <a:gd name="connsiteX4" fmla="*/ 12193172 w 12198313"/>
              <a:gd name="connsiteY4" fmla="*/ 245786 h 540522"/>
              <a:gd name="connsiteX5" fmla="*/ 12178366 w 12198313"/>
              <a:gd name="connsiteY5" fmla="*/ 526990 h 540522"/>
              <a:gd name="connsiteX6" fmla="*/ 4223 w 12198313"/>
              <a:gd name="connsiteY6" fmla="*/ 539413 h 540522"/>
              <a:gd name="connsiteX7" fmla="*/ 1172 w 12198313"/>
              <a:gd name="connsiteY7" fmla="*/ 245785 h 540522"/>
              <a:gd name="connsiteX8" fmla="*/ 1172 w 12198313"/>
              <a:gd name="connsiteY8" fmla="*/ 245786 h 540522"/>
              <a:gd name="connsiteX0" fmla="*/ 1172 w 12233684"/>
              <a:gd name="connsiteY0" fmla="*/ 245786 h 551725"/>
              <a:gd name="connsiteX1" fmla="*/ 246958 w 12233684"/>
              <a:gd name="connsiteY1" fmla="*/ 0 h 551725"/>
              <a:gd name="connsiteX2" fmla="*/ 11947387 w 12233684"/>
              <a:gd name="connsiteY2" fmla="*/ 0 h 551725"/>
              <a:gd name="connsiteX3" fmla="*/ 12193173 w 12233684"/>
              <a:gd name="connsiteY3" fmla="*/ 245786 h 551725"/>
              <a:gd name="connsiteX4" fmla="*/ 12193172 w 12233684"/>
              <a:gd name="connsiteY4" fmla="*/ 245786 h 551725"/>
              <a:gd name="connsiteX5" fmla="*/ 12224086 w 12233684"/>
              <a:gd name="connsiteY5" fmla="*/ 551630 h 551725"/>
              <a:gd name="connsiteX6" fmla="*/ 4223 w 12233684"/>
              <a:gd name="connsiteY6" fmla="*/ 539413 h 551725"/>
              <a:gd name="connsiteX7" fmla="*/ 1172 w 12233684"/>
              <a:gd name="connsiteY7" fmla="*/ 245785 h 551725"/>
              <a:gd name="connsiteX8" fmla="*/ 1172 w 12233684"/>
              <a:gd name="connsiteY8" fmla="*/ 245786 h 55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3684" h="551725">
                <a:moveTo>
                  <a:pt x="1172" y="245786"/>
                </a:moveTo>
                <a:cubicBezTo>
                  <a:pt x="1172" y="110042"/>
                  <a:pt x="111214" y="0"/>
                  <a:pt x="246958" y="0"/>
                </a:cubicBezTo>
                <a:lnTo>
                  <a:pt x="11947387" y="0"/>
                </a:lnTo>
                <a:cubicBezTo>
                  <a:pt x="12083131" y="0"/>
                  <a:pt x="12193173" y="110042"/>
                  <a:pt x="12193173" y="245786"/>
                </a:cubicBezTo>
                <a:lnTo>
                  <a:pt x="12193172" y="245786"/>
                </a:lnTo>
                <a:cubicBezTo>
                  <a:pt x="12193172" y="381530"/>
                  <a:pt x="12257437" y="556393"/>
                  <a:pt x="12224086" y="551630"/>
                </a:cubicBezTo>
                <a:lnTo>
                  <a:pt x="4223" y="539413"/>
                </a:lnTo>
                <a:cubicBezTo>
                  <a:pt x="-2934" y="556082"/>
                  <a:pt x="1172" y="381529"/>
                  <a:pt x="1172" y="245785"/>
                </a:cubicBezTo>
                <a:lnTo>
                  <a:pt x="1172" y="2457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F7C61615-0B47-2FC3-31FA-B5E03D16DB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00" y="-496476"/>
            <a:ext cx="2342499" cy="1801131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288548A-4110-00B2-C001-C805A80B227E}"/>
              </a:ext>
            </a:extLst>
          </p:cNvPr>
          <p:cNvSpPr/>
          <p:nvPr/>
        </p:nvSpPr>
        <p:spPr>
          <a:xfrm>
            <a:off x="1699976" y="227802"/>
            <a:ext cx="2532868" cy="309954"/>
          </a:xfrm>
          <a:prstGeom prst="roundRect">
            <a:avLst>
              <a:gd name="adj" fmla="val 26287"/>
            </a:avLst>
          </a:prstGeom>
          <a:solidFill>
            <a:srgbClr val="2F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Operacional – Detalhamento</a:t>
            </a:r>
          </a:p>
        </p:txBody>
      </p:sp>
    </p:spTree>
    <p:extLst>
      <p:ext uri="{BB962C8B-B14F-4D97-AF65-F5344CB8AC3E}">
        <p14:creationId xmlns:p14="http://schemas.microsoft.com/office/powerpoint/2010/main" val="38040372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Pires</dc:creator>
  <cp:lastModifiedBy>Lucas Pires</cp:lastModifiedBy>
  <cp:revision>19</cp:revision>
  <dcterms:created xsi:type="dcterms:W3CDTF">2026-01-24T16:46:54Z</dcterms:created>
  <dcterms:modified xsi:type="dcterms:W3CDTF">2026-01-25T19:54:56Z</dcterms:modified>
</cp:coreProperties>
</file>